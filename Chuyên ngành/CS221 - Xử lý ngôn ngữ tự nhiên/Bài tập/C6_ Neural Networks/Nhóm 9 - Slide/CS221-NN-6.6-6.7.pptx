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5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9AA342-048B-4DF9-A2F9-2F217383FFAA}" v="5" dt="2026-03-23T16:17:59.2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SentimentAnalysisDemoFinal">
            <a:hlinkClick r:id="" action="ppaction://media"/>
            <a:extLst>
              <a:ext uri="{FF2B5EF4-FFF2-40B4-BE49-F238E27FC236}">
                <a16:creationId xmlns:a16="http://schemas.microsoft.com/office/drawing/2014/main" id="{7D51ED57-1F7D-40FE-85FD-EC580C874DD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986304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25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A5E72A3B091BE64B8C1DE4E30E3D3315" ma:contentTypeVersion="5" ma:contentTypeDescription="Tạo tài liệu mới." ma:contentTypeScope="" ma:versionID="6117e9310a8b804c3b41640d35514c6a">
  <xsd:schema xmlns:xsd="http://www.w3.org/2001/XMLSchema" xmlns:xs="http://www.w3.org/2001/XMLSchema" xmlns:p="http://schemas.microsoft.com/office/2006/metadata/properties" xmlns:ns3="782b44fd-7fb8-4e72-aaf3-b6960ba834ad" targetNamespace="http://schemas.microsoft.com/office/2006/metadata/properties" ma:root="true" ma:fieldsID="a6cc2d49542fe66660cfb660539fc276" ns3:_="">
    <xsd:import namespace="782b44fd-7fb8-4e72-aaf3-b6960ba834a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2b44fd-7fb8-4e72-aaf3-b6960ba834a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700F4A4-4783-4869-983B-FD1CAAE971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2b44fd-7fb8-4e72-aaf3-b6960ba834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0D501EB-85D8-4882-AA2B-A6D754FAA6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D772F1-E112-428A-8A0C-6972B1AAA2B7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782b44fd-7fb8-4e72-aaf3-b6960ba834a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On-screen Show (4:3)</PresentationFormat>
  <Paragraphs>0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keywords/>
  <dc:description>generated using python-pptx</dc:description>
  <cp:lastModifiedBy>Đặng Phú Duy</cp:lastModifiedBy>
  <cp:revision>4</cp:revision>
  <dcterms:created xsi:type="dcterms:W3CDTF">2013-01-27T09:14:16Z</dcterms:created>
  <dcterms:modified xsi:type="dcterms:W3CDTF">2026-03-23T16:17:59Z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0x010100A5E72A3B091BE64B8C1DE4E30E3D3315</vt:lpwstr>
  </property>
</Properties>
</file>