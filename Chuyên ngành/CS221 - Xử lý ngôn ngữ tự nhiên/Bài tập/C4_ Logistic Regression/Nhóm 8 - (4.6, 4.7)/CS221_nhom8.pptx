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9004300" cx="1600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8" roundtripDataSignature="AMtx7mgihEVQVqhF+mpgwK6Vg/k1ww1m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8" Type="http://customschemas.google.com/relationships/presentationmetadata" Target="meta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8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8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8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8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8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42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44.gif"/><Relationship Id="rId5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6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7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0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1.png"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2.png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3.png"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4.png"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5.png"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6.png"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7.png" id="119" name="Google Shape;1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8.png" id="124" name="Google Shape;1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9.png"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10.png"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11.png"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12.png"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13.png" id="149" name="Google Shape;1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14.png" id="154" name="Google Shape;15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15.png" id="159" name="Google Shape;1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16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17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18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19.png"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dient_descent_of_1_variant" id="180" name="Google Shape;18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2415" y="2844165"/>
            <a:ext cx="10073640" cy="5596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20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dient_descent_2d" id="186" name="Google Shape;18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800" y="1059180"/>
            <a:ext cx="12090400" cy="8059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85440" y="8058785"/>
            <a:ext cx="109918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21.png" id="192" name="Google Shape;1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22.png" id="197" name="Google Shape;1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23.png" id="202" name="Google Shape;2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24.png"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25.png" id="212" name="Google Shape;21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26.png" id="217" name="Google Shape;2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27.png" id="222" name="Google Shape;22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28.png" id="227" name="Google Shape;2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29.png" id="232" name="Google Shape;2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30.png" id="237" name="Google Shape;23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31.png" id="242" name="Google Shape;2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32.png" id="247" name="Google Shape;24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33.png" id="252" name="Google Shape;2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34.png" id="257" name="Google Shape;25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35.png" id="262" name="Google Shape;26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36.png" id="267" name="Google Shape;26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37.png" id="272" name="Google Shape;27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38.png" id="277" name="Google Shape;27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39.png" id="282" name="Google Shape;28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40.png" id="287" name="Google Shape;28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41.png" id="292" name="Google Shape;29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42.png" id="297" name="Google Shape;29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43.png" id="302" name="Google Shape;30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44.png" id="307" name="Google Shape;3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45.png" id="312" name="Google Shape;31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46.png" id="317" name="Google Shape;31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47.png" id="322" name="Google Shape;32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48.png" id="327" name="Google Shape;32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874" y="41622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49.png" id="332" name="Google Shape;33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50.png" id="337" name="Google Shape;3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51.png" id="342" name="Google Shape;34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52.png" id="347" name="Google Shape;34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53.png" id="352" name="Google Shape;35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54.png" id="357" name="Google Shape;35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55.png" id="362" name="Google Shape;36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56.png" id="367" name="Google Shape;36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57.png" id="372" name="Google Shape;37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58.png" id="377" name="Google Shape;37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59.png" id="382" name="Google Shape;38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60.png" id="387" name="Google Shape;38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61.png" id="392" name="Google Shape;39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62.png" id="397" name="Google Shape;39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63.png" id="402" name="Google Shape;40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64.png" id="407" name="Google Shape;40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65.png" id="412" name="Google Shape;41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66.png" id="417" name="Google Shape;41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67.png" id="422" name="Google Shape;42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68.png" id="427" name="Google Shape;427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69.png" id="432" name="Google Shape;432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70.png" id="437" name="Google Shape;437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_slide_71.png" id="442" name="Google Shape;442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002000" cy="90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31A7C5CB87594809A11136CB92D72C28_12</vt:lpwstr>
  </property>
  <property fmtid="{D5CDD505-2E9C-101B-9397-08002B2CF9AE}" pid="3" name="KSOProductBuildVer">
    <vt:lpwstr>1033-12.2.0.23196</vt:lpwstr>
  </property>
</Properties>
</file>