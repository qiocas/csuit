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08" r:id="rId3"/>
    <p:sldId id="309" r:id="rId4"/>
    <p:sldId id="257" r:id="rId5"/>
    <p:sldId id="258" r:id="rId6"/>
    <p:sldId id="259" r:id="rId7"/>
    <p:sldId id="260" r:id="rId8"/>
    <p:sldId id="261" r:id="rId9"/>
    <p:sldId id="310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</p:sldIdLst>
  <p:sldSz cx="14401800" cy="10801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144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5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5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DADD5-6A7A-1565-D180-F966237B6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35453512-690B-EA2E-4C5A-829127C5AE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  <p:pic>
        <p:nvPicPr>
          <p:cNvPr id="3" name="Qiocas-1">
            <a:hlinkClick r:id="" action="ppaction://media"/>
            <a:extLst>
              <a:ext uri="{FF2B5EF4-FFF2-40B4-BE49-F238E27FC236}">
                <a16:creationId xmlns:a16="http://schemas.microsoft.com/office/drawing/2014/main" id="{A949277A-DBB6-37FD-BBDB-2C025863B54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26371" y="2036982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670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DADD5-6A7A-1565-D180-F966237B6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35453512-690B-EA2E-4C5A-829127C5AE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  <p:pic>
        <p:nvPicPr>
          <p:cNvPr id="3" name="QioCas-2 (1)">
            <a:hlinkClick r:id="" action="ppaction://media"/>
            <a:extLst>
              <a:ext uri="{FF2B5EF4-FFF2-40B4-BE49-F238E27FC236}">
                <a16:creationId xmlns:a16="http://schemas.microsoft.com/office/drawing/2014/main" id="{3A981E8E-C9E3-57B9-1AEE-F74CCD6066C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44429" y="2298317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584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5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DADD5-6A7A-1565-D180-F966237B6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35453512-690B-EA2E-4C5A-829127C5AE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  <p:pic>
        <p:nvPicPr>
          <p:cNvPr id="3" name="Qiocas-3">
            <a:hlinkClick r:id="" action="ppaction://media"/>
            <a:extLst>
              <a:ext uri="{FF2B5EF4-FFF2-40B4-BE49-F238E27FC236}">
                <a16:creationId xmlns:a16="http://schemas.microsoft.com/office/drawing/2014/main" id="{999BC16A-5800-4F3A-4999-97682EF9F54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19939" y="2061469"/>
            <a:ext cx="13361922" cy="7516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873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5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  <p:pic>
        <p:nvPicPr>
          <p:cNvPr id="3" name="Asamai-1">
            <a:hlinkClick r:id="" action="ppaction://media"/>
            <a:extLst>
              <a:ext uri="{FF2B5EF4-FFF2-40B4-BE49-F238E27FC236}">
                <a16:creationId xmlns:a16="http://schemas.microsoft.com/office/drawing/2014/main" id="{7544CCAE-11DF-DD74-3123-63D263496D7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72345" y="2036927"/>
            <a:ext cx="13557566" cy="76261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4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  <p:pic>
        <p:nvPicPr>
          <p:cNvPr id="3" name="Asamai-2">
            <a:hlinkClick r:id="" action="ppaction://media"/>
            <a:extLst>
              <a:ext uri="{FF2B5EF4-FFF2-40B4-BE49-F238E27FC236}">
                <a16:creationId xmlns:a16="http://schemas.microsoft.com/office/drawing/2014/main" id="{2B68B8F0-0046-C76B-B2AB-BA5B4209C11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02268" y="1679028"/>
            <a:ext cx="13915696" cy="78275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  <p:pic>
        <p:nvPicPr>
          <p:cNvPr id="3" name="Asamai-3">
            <a:hlinkClick r:id="" action="ppaction://media"/>
            <a:extLst>
              <a:ext uri="{FF2B5EF4-FFF2-40B4-BE49-F238E27FC236}">
                <a16:creationId xmlns:a16="http://schemas.microsoft.com/office/drawing/2014/main" id="{1513585E-9EEE-4E18-4B04-289406E6817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62170" y="1860332"/>
            <a:ext cx="13677459" cy="76935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108013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Custom</PresentationFormat>
  <Paragraphs>0</Paragraphs>
  <Slides>55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Trường Trần</dc:creator>
  <cp:keywords/>
  <dc:description>generated using python-pptx</dc:description>
  <cp:lastModifiedBy>Trường Trần</cp:lastModifiedBy>
  <cp:revision>3</cp:revision>
  <dcterms:created xsi:type="dcterms:W3CDTF">2013-01-27T09:14:16Z</dcterms:created>
  <dcterms:modified xsi:type="dcterms:W3CDTF">2026-01-08T09:30:08Z</dcterms:modified>
  <cp:category/>
</cp:coreProperties>
</file>